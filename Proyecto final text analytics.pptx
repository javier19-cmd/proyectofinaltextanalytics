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344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432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86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310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945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409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155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203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711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088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526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40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16" r:id="rId6"/>
    <p:sldLayoutId id="2147483712" r:id="rId7"/>
    <p:sldLayoutId id="2147483713" r:id="rId8"/>
    <p:sldLayoutId id="2147483714" r:id="rId9"/>
    <p:sldLayoutId id="2147483715" r:id="rId10"/>
    <p:sldLayoutId id="214748371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C03C19-FAB8-D648-F315-FEEA59AD7B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841283"/>
            <a:ext cx="3465681" cy="2916472"/>
          </a:xfrm>
        </p:spPr>
        <p:txBody>
          <a:bodyPr anchor="b">
            <a:normAutofit/>
          </a:bodyPr>
          <a:lstStyle/>
          <a:p>
            <a:r>
              <a:rPr lang="es-GT" sz="4800">
                <a:solidFill>
                  <a:schemeClr val="tx2"/>
                </a:solidFill>
              </a:rPr>
              <a:t>Proyecto final text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0699E5-9437-3342-9A1B-AECD5F8AFB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68" y="4078794"/>
            <a:ext cx="3465681" cy="1900842"/>
          </a:xfrm>
        </p:spPr>
        <p:txBody>
          <a:bodyPr anchor="t">
            <a:normAutofit/>
          </a:bodyPr>
          <a:lstStyle/>
          <a:p>
            <a:r>
              <a:rPr lang="es-GT"/>
              <a:t>Javier Valle</a:t>
            </a:r>
          </a:p>
          <a:p>
            <a:r>
              <a:rPr lang="es-GT"/>
              <a:t>José David Us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49665D9-9205-4D83-F657-2FAB1A1955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600" r="26329" b="1"/>
          <a:stretch>
            <a:fillRect/>
          </a:stretch>
        </p:blipFill>
        <p:spPr>
          <a:xfrm>
            <a:off x="5215846" y="751093"/>
            <a:ext cx="5605435" cy="5254670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1F0C179-4DBF-6AB9-CD0B-9224A0C88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834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D6DA9-58EE-22DA-8366-6028C01C5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GT" dirty="0"/>
              <a:t>Caso de uso: </a:t>
            </a:r>
            <a:r>
              <a:rPr lang="es-MX" dirty="0"/>
              <a:t>Optimización Logística mediante IA: Análisis de Sentimiento en Crisis</a:t>
            </a:r>
            <a:endParaRPr lang="es-G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B771C-1714-09D8-2C48-C2BD58C3A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s-MX" b="1" dirty="0"/>
              <a:t>1. El Problema: El Modelo Reactivo</a:t>
            </a:r>
          </a:p>
          <a:p>
            <a:pPr lvl="1" algn="just"/>
            <a:r>
              <a:rPr lang="es-MX" dirty="0"/>
              <a:t>En crisis, el consumidor guatemalteco recurre a </a:t>
            </a:r>
            <a:r>
              <a:rPr lang="es-MX" b="1" dirty="0"/>
              <a:t>compras de pánico</a:t>
            </a:r>
            <a:r>
              <a:rPr lang="es-MX" dirty="0"/>
              <a:t>.</a:t>
            </a:r>
          </a:p>
          <a:p>
            <a:pPr lvl="1" algn="just"/>
            <a:r>
              <a:rPr lang="es-MX" b="1" dirty="0"/>
              <a:t>Falla actual:</a:t>
            </a:r>
            <a:r>
              <a:rPr lang="es-MX" dirty="0"/>
              <a:t> La logística tradicional reacciona cuando el estante ya está vacío.</a:t>
            </a:r>
          </a:p>
          <a:p>
            <a:pPr lvl="1" algn="just"/>
            <a:r>
              <a:rPr lang="es-MX" b="1" dirty="0"/>
              <a:t>Impacto:</a:t>
            </a:r>
            <a:r>
              <a:rPr lang="es-MX" dirty="0"/>
              <a:t> Pérdida de ventas y crisis de percepción en cadenas como Walmart, Paiz y La Torre.</a:t>
            </a:r>
          </a:p>
          <a:p>
            <a:pPr marL="0" indent="0" algn="just">
              <a:buNone/>
            </a:pPr>
            <a:r>
              <a:rPr lang="es-MX" b="1" dirty="0"/>
              <a:t>2. La Propuesta: Alerta Temprana con NLP</a:t>
            </a:r>
          </a:p>
          <a:p>
            <a:pPr lvl="1" algn="just"/>
            <a:r>
              <a:rPr lang="es-MX" dirty="0"/>
              <a:t>Sustituir la reacción por la anticipación mediante el procesamiento de lenguaje natural (NLP) en redes sociales.</a:t>
            </a:r>
          </a:p>
          <a:p>
            <a:pPr lvl="1" algn="just"/>
            <a:r>
              <a:rPr lang="es-MX" b="1" dirty="0"/>
              <a:t>Detección:</a:t>
            </a:r>
            <a:r>
              <a:rPr lang="es-MX" dirty="0"/>
              <a:t> Identificación en tiempo real de picos de pánico.</a:t>
            </a:r>
          </a:p>
          <a:p>
            <a:pPr lvl="1" algn="just"/>
            <a:r>
              <a:rPr lang="es-MX" b="1" dirty="0"/>
              <a:t>Acción:</a:t>
            </a:r>
            <a:r>
              <a:rPr lang="es-MX" dirty="0"/>
              <a:t> Redistribución de inventario horas antes de que el sistema de stock reporte el desabasto.</a:t>
            </a:r>
          </a:p>
        </p:txBody>
      </p:sp>
    </p:spTree>
    <p:extLst>
      <p:ext uri="{BB962C8B-B14F-4D97-AF65-F5344CB8AC3E}">
        <p14:creationId xmlns:p14="http://schemas.microsoft.com/office/powerpoint/2010/main" val="1376901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E1D79-8154-F9DB-7B3A-5019D906C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2348B-CBD2-2ED5-3DAD-CFFD7C045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GT" dirty="0" err="1"/>
              <a:t>Insights</a:t>
            </a:r>
            <a:r>
              <a:rPr lang="es-GT" dirty="0"/>
              <a:t> importantes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5DCA8A-03AF-4368-C6A6-9EA7E00EC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" y="2290578"/>
            <a:ext cx="4949952" cy="29529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C642E6-5898-3577-FDD4-5E5D67D57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8769" y="3767055"/>
            <a:ext cx="4105557" cy="267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05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2F2B39-7F2A-6528-95E4-18F80FB3C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CD7F9EC8-0E2C-4023-9DD1-73BEF6B80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C1EA56-46CF-441A-FD72-F5856E7D6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19419" cy="303153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/>
              <a:t>Insights importantes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25CC04F-787A-49FA-9065-69EDF439F6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A9FAD8-36F5-2803-BF8F-8EB96164DE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34" r="3" b="3"/>
          <a:stretch>
            <a:fillRect/>
          </a:stretch>
        </p:blipFill>
        <p:spPr>
          <a:xfrm>
            <a:off x="6749578" y="508088"/>
            <a:ext cx="4850266" cy="28072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8C6808-CACD-F0F0-6877-ECBF9B9DB8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476" b="2"/>
          <a:stretch>
            <a:fillRect/>
          </a:stretch>
        </p:blipFill>
        <p:spPr>
          <a:xfrm>
            <a:off x="6757382" y="3532493"/>
            <a:ext cx="4850272" cy="2807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770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136</Words>
  <Application>Microsoft Office PowerPoint</Application>
  <PresentationFormat>Widescreen</PresentationFormat>
  <Paragraphs>14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Bierstadt</vt:lpstr>
      <vt:lpstr>GestaltVTI</vt:lpstr>
      <vt:lpstr>Proyecto final text analytics</vt:lpstr>
      <vt:lpstr>Caso de uso: Optimización Logística mediante IA: Análisis de Sentimiento en Crisis</vt:lpstr>
      <vt:lpstr>Insights importantes</vt:lpstr>
      <vt:lpstr>Insights importantes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Javier Sebastián Valle</dc:creator>
  <cp:lastModifiedBy>Javier Sebastián Valle</cp:lastModifiedBy>
  <cp:revision>2</cp:revision>
  <dcterms:created xsi:type="dcterms:W3CDTF">2026-03-21T23:53:54Z</dcterms:created>
  <dcterms:modified xsi:type="dcterms:W3CDTF">2026-03-22T00:03:35Z</dcterms:modified>
</cp:coreProperties>
</file>